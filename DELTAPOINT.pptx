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7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A0244987-C8E2-4C54-B7B7-098554D68947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57"/>
            <p14:sldId id="274"/>
            <p14:sldId id="275"/>
            <p14:sldId id="276"/>
          </p14:sldIdLst>
        </p14:section>
        <p14:section name="チュートリアル" id="{87F3F313-F316-45EB-8418-30657BF622F7}">
          <p14:sldIdLst>
            <p14:sldId id="277"/>
            <p14:sldId id="278"/>
            <p14:sldId id="279"/>
            <p14:sldId id="281"/>
            <p14:sldId id="280"/>
          </p14:sldIdLst>
        </p14:section>
        <p14:section name="ジェビル戦" id="{1CF9773E-32EF-4A66-A643-7F79502E5A8C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62" d="100"/>
          <a:sy n="62" d="100"/>
        </p:scale>
        <p:origin x="725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CA9A3-C38F-5BD1-1964-524E462B4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077506-E0F6-6941-AC98-23E527D96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05ED61-B3B0-12BF-D9A1-25D9D37A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F2746-AEB4-ED66-31E5-DED988054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A4130D-D4AC-2395-3768-952D0E71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8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6C6D16-2518-1EC3-210E-7BC148DD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948366-B697-7412-9652-1AC0D5FDC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D2CD26-3EC1-D48F-9037-7E900B6D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45EBC3-6211-1A55-7177-AF59643DC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BD1C6E-515E-3E8E-FE69-F22084B9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34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D74B61-6FD7-6308-8D86-00712B6C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EC849A-1D6D-2095-35AA-8E551CA97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6443CD-C173-1B77-8779-56F709E73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D86F2D-EE58-5CB3-CA92-0CCE2A58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98344F-09D0-838F-FEAC-B5DBFFF7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609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607E00-7EBB-AF1B-B593-63B9B8B2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3F65F0-F71C-22B2-73E7-1CD059287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7AB2EB1-A662-8D10-2D22-2199A9A1C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FE8B7D-45D5-B95D-E3FF-23A35D5C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F7C473-1E8B-6001-3256-8FD30439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FC9BC8-A629-E540-DE8D-4214F6BD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661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86D94E-E329-1B78-A9EA-5A2F6CEB6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607AC7-E4E1-4EBD-8288-00199AEDC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805603-8DB9-240A-5346-D43FBAB0F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2A4B6D-1912-7287-A662-E1264256B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E62B321-62D4-6271-94AF-D5335312F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BC8CAED-9DB1-FBD3-AA93-CB0CC191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FC2894-6592-3509-4970-84484243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3C3F71-1541-6845-4593-EE87D08C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41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4C3EC0-8B63-B93A-A100-7E8BE9D60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0654EF6-A046-1B26-D156-49F498D1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E9EC0D-3727-27FE-F467-A02076FC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0977CA0-1025-3224-76E1-230DF552F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561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9CEC03-230E-53FE-B76D-FDB363C0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81490BB-9507-E1AA-8DF2-5F4AF840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8138A8-3EF1-230F-357B-77212FDC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6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53D410-CD12-4FE5-325D-F200A5EC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F9F673-9FF7-253D-8BD8-265B5E550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CB09E3-B911-C5D9-E95B-A877B4C84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5D4341-0B4B-A593-B0AE-F3AD7133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6F92E8-B451-0B18-D1B8-87345CBF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2FE00-BDDB-B88E-F8D2-E0CE0A20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67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BEB475-3CFB-8524-37CB-CE4457A4F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D2C80A1-C8B0-EA01-8C70-4A15B85DC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AC4D82-7F6F-FF05-1B3B-D3A542C2B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95E617-EDA5-DBDA-CBF0-A16DCFD1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597E44-3AAC-3BC8-CFE8-1D5FC5F7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BBD8E6B-EFC9-BE05-047F-05E32B50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64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5503AF-933C-B54C-E509-731E897E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C096D6-C6E5-3CC1-9822-2C76EB097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2E7B26-4504-7AB2-3414-E4B1D000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F3B421-D2F8-3410-DB79-122E123E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457BB-2D63-81DD-92D5-95E18AB02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50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10DED1-1DDA-8834-B882-DBFABA2E6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51679A-855D-71FB-B923-29D78D14F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AC13F1-A415-BD94-408F-6D47438F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537CEE-1E02-9F69-92F6-49743C71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028C95-CEF4-DA34-59AE-DF603138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26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71B4C80-A854-0D52-D67C-2BFA30B9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36C09A-CF19-52EF-64C5-2C92E875D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BCFB3F-43D0-9C7C-4A6D-0E75A5A08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251AD-183E-4889-8340-21AA66D517C3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5F922D-016A-40DE-C7C2-BB8D6A624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9531F6-0336-611E-C633-03DA45BCC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1F9FF-0691-47FC-B496-1CE10011DD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82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slide" Target="slide26.xml"/><Relationship Id="rId4" Type="http://schemas.openxmlformats.org/officeDocument/2006/relationships/audio" Target="../media/audio2.wav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slide" Target="slide21.xml"/><Relationship Id="rId5" Type="http://schemas.openxmlformats.org/officeDocument/2006/relationships/image" Target="../media/image9.jpeg"/><Relationship Id="rId4" Type="http://schemas.openxmlformats.org/officeDocument/2006/relationships/audio" Target="../media/audio3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audio" Target="../media/audio4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4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slide" Target="slide26.xml"/><Relationship Id="rId4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LTARUNE | My Nintendo Store（マイニンテンドーストア）">
            <a:extLst>
              <a:ext uri="{FF2B5EF4-FFF2-40B4-BE49-F238E27FC236}">
                <a16:creationId xmlns:a16="http://schemas.microsoft.com/office/drawing/2014/main" id="{E09CD025-2966-608D-5C3A-CD6919C79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143" y="1704975"/>
            <a:ext cx="5358456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UDIO_APPEARANCE">
            <a:hlinkClick r:id="" action="ppaction://media"/>
            <a:extLst>
              <a:ext uri="{FF2B5EF4-FFF2-40B4-BE49-F238E27FC236}">
                <a16:creationId xmlns:a16="http://schemas.microsoft.com/office/drawing/2014/main" id="{08A7B3FA-61A8-5D16-EE99-8AE7D7B71E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22400" y="3367088"/>
            <a:ext cx="487363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9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1816B-4E3B-8628-3954-9B128FEA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テレビの砂嵐.mp3">
            <a:hlinkClick r:id="" action="ppaction://media"/>
            <a:extLst>
              <a:ext uri="{FF2B5EF4-FFF2-40B4-BE49-F238E27FC236}">
                <a16:creationId xmlns:a16="http://schemas.microsoft.com/office/drawing/2014/main" id="{87077ACE-1324-57AE-2F51-C42DD811971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3443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6398" y="-719591"/>
            <a:ext cx="487363" cy="487363"/>
          </a:xfrm>
          <a:prstGeom prst="rect">
            <a:avLst/>
          </a:prstGeom>
        </p:spPr>
      </p:pic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F8AF6C4-4ED0-D740-B006-9511AD49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775714F-6E1D-478E-1899-71A64B2B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39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1816B-4E3B-8628-3954-9B128FEA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F8AF6C4-4ED0-D740-B006-9511AD49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775714F-6E1D-478E-1899-71A64B2B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334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1816B-4E3B-8628-3954-9B128FEA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F8AF6C4-4ED0-D740-B006-9511AD49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775714F-6E1D-478E-1899-71A64B2B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848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1816B-4E3B-8628-3954-9B128FEA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F8AF6C4-4ED0-D740-B006-9511AD49C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775714F-6E1D-478E-1899-71A64B2B4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494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ACEF-4186-185C-EB9E-6A898F00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F2A336-1399-00B4-FDD4-F5407893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7203B430-94AE-8446-7CDB-A44E45161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6012464-D14F-4249-5CE4-14D4A8208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063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6576-6DE7-8847-15C6-7ED00203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890BA3-41D7-6B0F-CB66-857E6952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8D9CBB8F-6903-3ABD-AAD5-C37724E37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87332B5-E7CB-2674-F8BB-0AEC0AA7B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007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933BE-57D7-B1A4-7FC8-7DBAA042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6F25D1-5824-E8FD-EB94-4EFC10FE6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3B5178A1-CD5E-C8CD-41CA-E3BC6A9EB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DCC28AC-3201-CE60-ECF8-6019F252B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685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8AEA-4EFA-BF10-E3DE-48802B6D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9A1F32-E1AE-DFEE-D3F6-F3C67A0BD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12C70CF-DF5C-4EBE-259F-E1672097B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27AFFA3-A760-3037-E839-D790B1F45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523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A48DC-57AD-63B2-34E6-1261A4115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F22EBA-6D1F-4F7F-8CFA-66994A43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8BBC267A-627D-D318-133A-59C5B48CE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0616C08-1E59-9292-CB31-24F6CFADE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935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D0FC-ADAD-55AA-1C22-CB8AE565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7E87E2-F3EE-F84E-7EF3-D2A48DB96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FEAB0987-1767-09E6-4745-E33402AAE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AED3F73-3BFE-F08E-0D72-FC8D05148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095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98C6D-3152-8783-56BE-FCAC28CF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988299-45B5-63D7-3D46-546ED31B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F56F9B1-8598-765B-6307-32AC47E5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5D7566C-1212-D61E-7B48-CED1BE229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544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55283-4DE6-6DC7-EC35-8624F3E6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634A6-FF90-B272-BC38-62A0326E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EED1CC27-B6BC-8118-5BA6-99D770A72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EBE7126-B906-A4C2-7623-B90AAE8ED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093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4BB4-45F9-1057-152B-2F633AAE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E84FF0-B6CA-8321-32E6-5C615CC4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688EA303-967D-64BF-3B33-3A456E2F9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992F3B1-B635-1C47-6504-E6C37DB34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941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F332-0004-6C54-4F1C-53165D3C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028C35-95DC-283F-2CB5-2DC679A4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FCBD6D7C-0920-0AD6-762D-ADAE9D286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1912FB7-0787-3C40-BA0A-3455245B6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533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871DE-29A6-EBB5-F322-5C92B127B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C8A868-D833-EDA0-2135-4B63DDA6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E8C1DB75-77C6-BF36-5298-331DB5AFE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F81981F-8064-2C9D-5D72-86CB609E3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8983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871D-CFFA-434C-5A3D-B3C54749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1A62C0-1D80-7237-6E91-C7F2A1FE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DB50327-FF79-A624-461E-2DCCA2D3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63EAA25-8017-DA91-42EF-03BE52950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3" b="38003"/>
          <a:stretch/>
        </p:blipFill>
        <p:spPr bwMode="auto">
          <a:xfrm>
            <a:off x="2808143" y="2859578"/>
            <a:ext cx="5358456" cy="96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963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4BAE-64C8-FC26-904E-7AC1E3D1D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80F06BE-6679-C659-9A22-21B59011D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000" y="2858400"/>
            <a:ext cx="5247572" cy="96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023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sndAc>
          <p:endSnd/>
        </p:sndAc>
      </p:transition>
    </mc:Choice>
    <mc:Fallback>
      <p:transition>
        <p:sndAc>
          <p:endSnd/>
        </p:sndAc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B0CB7-5ECB-BC50-E991-6298E30E2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7D64D80-0AE4-0C06-A036-F2F46F82D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8000" y="464335"/>
            <a:ext cx="5247572" cy="96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13405F9-8EDB-31A9-D5C4-B5F16C7F396F}"/>
              </a:ext>
            </a:extLst>
          </p:cNvPr>
          <p:cNvSpPr txBox="1"/>
          <p:nvPr/>
        </p:nvSpPr>
        <p:spPr>
          <a:xfrm>
            <a:off x="2161309" y="2826327"/>
            <a:ext cx="1915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START</a:t>
            </a:r>
            <a:endParaRPr kumimoji="1" lang="ja-JP" altLang="en-US" sz="54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2956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endSnd/>
        </p:sndAc>
      </p:transition>
    </mc:Choice>
    <mc:Fallback>
      <p:transition spd="slow">
        <p:fade/>
        <p:sndAc>
          <p:endSnd/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7EDD-1E3E-7EB1-2C06-D23817F60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6D25552-0000-8162-A9B4-608677AC3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00000">
            <a:off x="2808000" y="464335"/>
            <a:ext cx="5247572" cy="96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41BA3F-C429-6098-A6BF-1BF33B7032AA}"/>
              </a:ext>
            </a:extLst>
          </p:cNvPr>
          <p:cNvSpPr txBox="1"/>
          <p:nvPr/>
        </p:nvSpPr>
        <p:spPr>
          <a:xfrm>
            <a:off x="2161309" y="2826327"/>
            <a:ext cx="30059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800" dirty="0">
                <a:solidFill>
                  <a:srgbClr val="FFFF00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START</a:t>
            </a:r>
            <a:endParaRPr kumimoji="1" lang="ja-JP" altLang="en-US" sz="8800" dirty="0">
              <a:solidFill>
                <a:srgbClr val="FFFF00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0969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50">
        <p159:morph option="byObject"/>
        <p:sndAc>
          <p:stSnd>
            <p:snd r:embed="rId2" name="snd_select.wav"/>
          </p:stSnd>
        </p:sndAc>
      </p:transition>
    </mc:Choice>
    <mc:Fallback>
      <p:transition>
        <p:fade/>
        <p:sndAc>
          <p:stSnd>
            <p:snd r:embed="rId2" name="snd_select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ac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5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50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8" accel="2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58AD-E8DD-AE5E-731F-777F5077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744130-E825-6E66-97AD-5DCA413974FE}"/>
              </a:ext>
            </a:extLst>
          </p:cNvPr>
          <p:cNvSpPr txBox="1"/>
          <p:nvPr/>
        </p:nvSpPr>
        <p:spPr>
          <a:xfrm>
            <a:off x="2094807" y="615141"/>
            <a:ext cx="8802410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0</a:t>
            </a:r>
            <a:r>
              <a:rPr kumimoji="1"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.</a:t>
            </a:r>
            <a:r>
              <a:rPr kumimoji="1"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チュートリアル</a:t>
            </a:r>
            <a:endParaRPr kumimoji="1" lang="en-US" altLang="ja-JP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1</a:t>
            </a:r>
            <a:r>
              <a:rPr kumimoji="1"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.</a:t>
            </a:r>
            <a:r>
              <a:rPr kumimoji="1"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ジェビル戦</a:t>
            </a:r>
            <a:endParaRPr kumimoji="1" lang="en-US" altLang="ja-JP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2.[[</a:t>
            </a:r>
            <a:r>
              <a:rPr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リンクは削除されました</a:t>
            </a:r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]]</a:t>
            </a:r>
          </a:p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3.[[</a:t>
            </a:r>
            <a:r>
              <a:rPr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リンクは削除されました</a:t>
            </a:r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]]</a:t>
            </a:r>
            <a:endParaRPr lang="ja-JP" altLang="en-US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4.[[</a:t>
            </a:r>
            <a:r>
              <a:rPr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リンクは削除されました</a:t>
            </a:r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]]</a:t>
            </a:r>
            <a:endParaRPr lang="ja-JP" altLang="en-US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5.[[</a:t>
            </a:r>
            <a:r>
              <a:rPr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リンクは削除されました</a:t>
            </a:r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]]</a:t>
            </a:r>
            <a:endParaRPr lang="ja-JP" altLang="en-US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6.[[</a:t>
            </a:r>
            <a:r>
              <a:rPr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リンクは削除されました</a:t>
            </a:r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]]</a:t>
            </a:r>
            <a:endParaRPr lang="ja-JP" altLang="en-US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7.[[</a:t>
            </a:r>
            <a:r>
              <a:rPr lang="ja-JP" altLang="en-US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リンクは削除されました</a:t>
            </a:r>
            <a:r>
              <a:rPr lang="en-US" altLang="ja-JP" sz="48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]]</a:t>
            </a:r>
            <a:endParaRPr lang="ja-JP" altLang="en-US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endParaRPr kumimoji="1" lang="ja-JP" altLang="en-US" sz="48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sp>
        <p:nvSpPr>
          <p:cNvPr id="3" name="正方形/長方形 2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9D26E1-3514-29DB-C75D-1F36B90CFEFC}"/>
              </a:ext>
            </a:extLst>
          </p:cNvPr>
          <p:cNvSpPr/>
          <p:nvPr/>
        </p:nvSpPr>
        <p:spPr>
          <a:xfrm>
            <a:off x="2094807" y="759125"/>
            <a:ext cx="5013359" cy="6642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hlinkClick r:id="rId3" action="ppaction://hlinksldjump"/>
            <a:extLst>
              <a:ext uri="{FF2B5EF4-FFF2-40B4-BE49-F238E27FC236}">
                <a16:creationId xmlns:a16="http://schemas.microsoft.com/office/drawing/2014/main" id="{3DA04905-C60D-C54F-BEE7-EB5F39F9B683}"/>
              </a:ext>
            </a:extLst>
          </p:cNvPr>
          <p:cNvSpPr/>
          <p:nvPr/>
        </p:nvSpPr>
        <p:spPr>
          <a:xfrm>
            <a:off x="2094807" y="1423358"/>
            <a:ext cx="5013359" cy="6642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671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50" advClick="0">
        <p159:morph option="byObject"/>
        <p:sndAc>
          <p:stSnd>
            <p:snd r:embed="rId2" name="snd_select.wav"/>
          </p:stSnd>
        </p:sndAc>
      </p:transition>
    </mc:Choice>
    <mc:Fallback>
      <p:transition advClick="0">
        <p:fade/>
        <p:sndAc>
          <p:stSnd>
            <p:snd r:embed="rId2" name="snd_select.wav"/>
          </p:stSnd>
        </p:sndAc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accel="20000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accel="20000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2" dur="500" fill="hold"/>
                                            <p:tgtEl>
                                              <p:spTgt spid="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3" dur="500" fill="hold"/>
                                            <p:tgtEl>
                                              <p:spTgt spid="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2" accel="20000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7" dur="500" fill="hold"/>
                                            <p:tgtEl>
                                              <p:spTgt spid="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8" dur="500" fill="hold"/>
                                            <p:tgtEl>
                                              <p:spTgt spid="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2" accel="20000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2" dur="500" fill="hold"/>
                                            <p:tgtEl>
                                              <p:spTgt spid="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3" dur="500" fill="hold"/>
                                            <p:tgtEl>
                                              <p:spTgt spid="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2" presetClass="entr" presetSubtype="2" accel="20000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7" dur="500" fill="hold"/>
                                            <p:tgtEl>
                                              <p:spTgt spid="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8" dur="500" fill="hold"/>
                                            <p:tgtEl>
                                              <p:spTgt spid="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0" presetID="2" presetClass="entr" presetSubtype="2" accel="20000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2" dur="500" fill="hold"/>
                                            <p:tgtEl>
                                              <p:spTgt spid="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3" dur="500" fill="hold"/>
                                            <p:tgtEl>
                                              <p:spTgt spid="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5" presetID="2" presetClass="entr" presetSubtype="2" accel="20000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7" dur="500" fill="hold"/>
                                            <p:tgtEl>
                                              <p:spTgt spid="2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8" dur="500" fill="hold"/>
                                            <p:tgtEl>
                                              <p:spTgt spid="2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0" presetID="2" presetClass="entr" presetSubtype="2" accel="20000" fill="hold" grpId="0" nodeType="after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42" dur="500" fill="hold"/>
                                            <p:tgtEl>
                                              <p:spTgt spid="2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43" dur="500" fill="hold"/>
                                            <p:tgtEl>
                                              <p:spTgt spid="2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uiExpand="1" build="p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accel="2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accel="2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2" accel="2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2" accel="2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5" presetID="2" presetClass="entr" presetSubtype="2" accel="2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0" presetID="2" presetClass="entr" presetSubtype="2" accel="2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2">
                                                <p:txEl>
                                                  <p:pRg st="5" end="5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35" presetID="2" presetClass="entr" presetSubtype="2" accel="2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">
                                                <p:txEl>
                                                  <p:pRg st="6" end="6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3500"/>
                                </p:stCondLst>
                                <p:childTnLst>
                                  <p:par>
                                    <p:cTn id="40" presetID="2" presetClass="entr" presetSubtype="2" accel="2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2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2">
                                                <p:txEl>
                                                  <p:pRg st="7" end="7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uiExpand="1" build="p"/>
        </p:bldLst>
      </p:timing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955A8FF-0A42-6062-5EEE-5D389CB54936}"/>
              </a:ext>
            </a:extLst>
          </p:cNvPr>
          <p:cNvSpPr/>
          <p:nvPr/>
        </p:nvSpPr>
        <p:spPr>
          <a:xfrm>
            <a:off x="3652058" y="1339734"/>
            <a:ext cx="4178532" cy="417853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CLICK</a:t>
            </a:r>
          </a:p>
          <a:p>
            <a:pPr algn="ctr"/>
            <a:r>
              <a:rPr lang="en-US" altLang="ja-JP" sz="6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HERE!</a:t>
            </a:r>
            <a:endParaRPr kumimoji="1" lang="ja-JP" altLang="en-US" sz="6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3959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FF3B6-858B-F002-7A34-118CEF89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hlinkHover r:id="rId5" action="ppaction://hlinksldjump"/>
            <a:extLst>
              <a:ext uri="{FF2B5EF4-FFF2-40B4-BE49-F238E27FC236}">
                <a16:creationId xmlns:a16="http://schemas.microsoft.com/office/drawing/2014/main" id="{B8A86DA2-1973-2CAE-7DD4-32FAAE9EABE2}"/>
              </a:ext>
            </a:extLst>
          </p:cNvPr>
          <p:cNvSpPr/>
          <p:nvPr/>
        </p:nvSpPr>
        <p:spPr>
          <a:xfrm>
            <a:off x="-598714" y="-250371"/>
            <a:ext cx="13672457" cy="7391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6175473-04A3-CBC4-5F8A-F8810BF21442}"/>
              </a:ext>
            </a:extLst>
          </p:cNvPr>
          <p:cNvSpPr/>
          <p:nvPr/>
        </p:nvSpPr>
        <p:spPr>
          <a:xfrm>
            <a:off x="3652058" y="1339734"/>
            <a:ext cx="4178532" cy="4178532"/>
          </a:xfrm>
          <a:prstGeom prst="rect">
            <a:avLst/>
          </a:prstGeom>
          <a:solidFill>
            <a:schemeClr val="tx1"/>
          </a:solidFill>
          <a:ln w="152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6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pic>
        <p:nvPicPr>
          <p:cNvPr id="2" name="010 Rude Buster">
            <a:hlinkClick r:id="" action="ppaction://media"/>
            <a:extLst>
              <a:ext uri="{FF2B5EF4-FFF2-40B4-BE49-F238E27FC236}">
                <a16:creationId xmlns:a16="http://schemas.microsoft.com/office/drawing/2014/main" id="{841C5299-B84E-22D2-BF3B-FFE56E955F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509530" y="0"/>
            <a:ext cx="487363" cy="487363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7BBB5B-8AE9-819A-0B85-99FF2D161269}"/>
              </a:ext>
            </a:extLst>
          </p:cNvPr>
          <p:cNvSpPr/>
          <p:nvPr/>
        </p:nvSpPr>
        <p:spPr>
          <a:xfrm>
            <a:off x="7130143" y="487363"/>
            <a:ext cx="5758543" cy="2811008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＊マウスポインターを動かします。</a:t>
            </a:r>
            <a:endParaRPr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＊この緑の枠から出たら</a:t>
            </a:r>
            <a:endParaRPr kumimoji="1"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死んでしまいます。</a:t>
            </a:r>
            <a:br>
              <a:rPr lang="en-US" altLang="ja-JP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</a:t>
            </a:r>
            <a:r>
              <a:rPr lang="en-US" altLang="ja-JP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HP</a:t>
            </a:r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は１しかありません、</a:t>
            </a:r>
            <a:br>
              <a:rPr lang="en-US" altLang="ja-JP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頑張ってください。</a:t>
            </a:r>
            <a:endParaRPr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＊わかったら</a:t>
            </a:r>
            <a:endParaRPr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緑の枠をクリック。</a:t>
            </a:r>
          </a:p>
        </p:txBody>
      </p:sp>
    </p:spTree>
    <p:extLst>
      <p:ext uri="{BB962C8B-B14F-4D97-AF65-F5344CB8AC3E}">
        <p14:creationId xmlns:p14="http://schemas.microsoft.com/office/powerpoint/2010/main" val="2862909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>
        <p:sndAc>
          <p:stSnd>
            <p:snd r:embed="rId4" name="snd_applause.wav"/>
          </p:stSnd>
        </p:sndAc>
      </p:transition>
    </mc:Choice>
    <mc:Fallback>
      <p:transition spd="slow" advClick="0">
        <p:sndAc>
          <p:stSnd>
            <p:snd r:embed="rId4" name="snd_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1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2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3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4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24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uiExpand="1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FF3B6-858B-F002-7A34-118CEF89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hlinkHover r:id="rId3" action="ppaction://hlinksldjump"/>
            <a:extLst>
              <a:ext uri="{FF2B5EF4-FFF2-40B4-BE49-F238E27FC236}">
                <a16:creationId xmlns:a16="http://schemas.microsoft.com/office/drawing/2014/main" id="{1A7D87ED-A5E2-0B79-F267-DC91A0D346B7}"/>
              </a:ext>
            </a:extLst>
          </p:cNvPr>
          <p:cNvSpPr/>
          <p:nvPr/>
        </p:nvSpPr>
        <p:spPr>
          <a:xfrm>
            <a:off x="-598714" y="-250371"/>
            <a:ext cx="13672457" cy="7391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6175473-04A3-CBC4-5F8A-F8810BF21442}"/>
              </a:ext>
            </a:extLst>
          </p:cNvPr>
          <p:cNvSpPr/>
          <p:nvPr/>
        </p:nvSpPr>
        <p:spPr>
          <a:xfrm>
            <a:off x="3652058" y="1339734"/>
            <a:ext cx="4178532" cy="4178532"/>
          </a:xfrm>
          <a:prstGeom prst="rect">
            <a:avLst/>
          </a:prstGeom>
          <a:solidFill>
            <a:schemeClr val="tx1"/>
          </a:solidFill>
          <a:ln w="152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6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7BBB5B-8AE9-819A-0B85-99FF2D161269}"/>
              </a:ext>
            </a:extLst>
          </p:cNvPr>
          <p:cNvSpPr/>
          <p:nvPr/>
        </p:nvSpPr>
        <p:spPr>
          <a:xfrm>
            <a:off x="7130143" y="487363"/>
            <a:ext cx="5758543" cy="487363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＊弾幕をよけてみよう！</a:t>
            </a:r>
          </a:p>
        </p:txBody>
      </p:sp>
      <p:pic>
        <p:nvPicPr>
          <p:cNvPr id="7" name="図 6">
            <a:hlinkHover r:id="rId3" action="ppaction://hlinksldjump"/>
            <a:extLst>
              <a:ext uri="{FF2B5EF4-FFF2-40B4-BE49-F238E27FC236}">
                <a16:creationId xmlns:a16="http://schemas.microsoft.com/office/drawing/2014/main" id="{E5BF9508-8E84-DAE1-20B7-FE630B27C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030802" y="2858472"/>
            <a:ext cx="1008635" cy="979817"/>
          </a:xfrm>
          <a:prstGeom prst="rect">
            <a:avLst/>
          </a:prstGeom>
        </p:spPr>
      </p:pic>
      <p:pic>
        <p:nvPicPr>
          <p:cNvPr id="9" name="図 8">
            <a:hlinkHover r:id="rId3" action="ppaction://hlinksldjump"/>
            <a:extLst>
              <a:ext uri="{FF2B5EF4-FFF2-40B4-BE49-F238E27FC236}">
                <a16:creationId xmlns:a16="http://schemas.microsoft.com/office/drawing/2014/main" id="{2A188AD3-D2EB-8A91-6AAD-7F4197889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030803" y="1759015"/>
            <a:ext cx="1008635" cy="979817"/>
          </a:xfrm>
          <a:prstGeom prst="rect">
            <a:avLst/>
          </a:prstGeom>
        </p:spPr>
      </p:pic>
      <p:pic>
        <p:nvPicPr>
          <p:cNvPr id="10" name="図 9">
            <a:hlinkHover r:id="rId3" action="ppaction://hlinksldjump"/>
            <a:extLst>
              <a:ext uri="{FF2B5EF4-FFF2-40B4-BE49-F238E27FC236}">
                <a16:creationId xmlns:a16="http://schemas.microsoft.com/office/drawing/2014/main" id="{886194FA-DEF7-9BD9-3A15-801265177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039590" y="3957929"/>
            <a:ext cx="1008635" cy="979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35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>
        <p:sndAc>
          <p:stSnd>
            <p:snd r:embed="rId2" name="snd_applause.wav"/>
          </p:stSnd>
        </p:sndAc>
      </p:transition>
    </mc:Choice>
    <mc:Fallback>
      <p:transition spd="slow" advClick="0" advTm="0">
        <p:sndAc>
          <p:stSnd>
            <p:snd r:embed="rId2" name="snd_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2" accel="46000" decel="5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accel="46000" decel="5400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2" accel="46000" decel="54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1C1E3-6FB8-7839-AECF-84189B60E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6AABFC1-E712-131C-5DDD-70B35C65E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hlinkClick r:id="rId2" action="ppaction://hlinksldjump"/>
            <a:extLst>
              <a:ext uri="{FF2B5EF4-FFF2-40B4-BE49-F238E27FC236}">
                <a16:creationId xmlns:a16="http://schemas.microsoft.com/office/drawing/2014/main" id="{669AF6EA-70F3-4C4F-8239-5E1DCD788FAE}"/>
              </a:ext>
            </a:extLst>
          </p:cNvPr>
          <p:cNvSpPr/>
          <p:nvPr/>
        </p:nvSpPr>
        <p:spPr>
          <a:xfrm>
            <a:off x="2939143" y="365125"/>
            <a:ext cx="5758543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＊お見事。</a:t>
            </a:r>
            <a:endParaRPr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＊チュートリアルはおしまいです。</a:t>
            </a:r>
            <a:br>
              <a:rPr kumimoji="1" lang="en-US" altLang="ja-JP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＊この枠を押して</a:t>
            </a:r>
            <a:endParaRPr kumimoji="1"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スタート画面にお戻りください。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5784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1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52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死亡画面 : r/Deltarune">
            <a:extLst>
              <a:ext uri="{FF2B5EF4-FFF2-40B4-BE49-F238E27FC236}">
                <a16:creationId xmlns:a16="http://schemas.microsoft.com/office/drawing/2014/main" id="{BE7533DE-8B2C-4FFD-8C05-9A0C1DABA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1023256" y="337457"/>
            <a:ext cx="9782629" cy="3668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37566C-8CBA-FAB6-1176-42A51D7F21A9}"/>
              </a:ext>
            </a:extLst>
          </p:cNvPr>
          <p:cNvSpPr txBox="1"/>
          <p:nvPr/>
        </p:nvSpPr>
        <p:spPr>
          <a:xfrm>
            <a:off x="1948543" y="4288971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＊</a:t>
            </a:r>
            <a:r>
              <a:rPr lang="ja-JP" altLang="en-US" sz="32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  <a:t>がんばれ！</a:t>
            </a:r>
            <a:br>
              <a:rPr lang="en-US" altLang="ja-JP" sz="32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br>
              <a:rPr lang="en-US" altLang="ja-JP" sz="32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lang="ja-JP" altLang="en-US" sz="3200" dirty="0">
                <a:solidFill>
                  <a:schemeClr val="bg1"/>
                </a:solidFill>
                <a:latin typeface="JF Dot K14-2004" panose="020B0302020203020207" pitchFamily="34" charset="-128"/>
                <a:ea typeface="JF Dot K14-2004" panose="020B0302020203020207" pitchFamily="34" charset="-128"/>
                <a:hlinkClick r:id="rId6" action="ppaction://hlinksldjump"/>
              </a:rPr>
              <a:t>ホームに戻る</a:t>
            </a:r>
            <a:endParaRPr kumimoji="1" lang="ja-JP" altLang="en-US" sz="3200" dirty="0">
              <a:solidFill>
                <a:schemeClr val="bg1"/>
              </a:solidFill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pic>
        <p:nvPicPr>
          <p:cNvPr id="5" name="056 Faint Courage (Game Over)">
            <a:hlinkClick r:id="" action="ppaction://media"/>
            <a:extLst>
              <a:ext uri="{FF2B5EF4-FFF2-40B4-BE49-F238E27FC236}">
                <a16:creationId xmlns:a16="http://schemas.microsoft.com/office/drawing/2014/main" id="{B9747F3D-5A5E-FEDF-6BF8-37D751F1AB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614589" y="1088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474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>
        <p15:prstTrans prst="fracture"/>
        <p:sndAc>
          <p:stSnd>
            <p:snd r:embed="rId4" name="explode.wav"/>
          </p:stSnd>
        </p:sndAc>
      </p:transition>
    </mc:Choice>
    <mc:Fallback>
      <p:transition spd="slow" advClick="0">
        <p:fade/>
        <p:sndAc>
          <p:stSnd>
            <p:snd r:embed="rId4" name="explode.wav"/>
          </p:stSnd>
        </p:sndAc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52053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1" accel="20000" fill="hold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9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0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100000" showWhenStopped="0">
                    <p:cTn id="13" repeatCount="indefinite" fill="remove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52053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1" accel="2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30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50"/>
                                      </p:iterate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100000" showWhenStopped="0">
                    <p:cTn id="13" repeatCount="indefinite" fill="remove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F3C15AF6-B5A1-8FAB-C78A-AD0FF4A5EC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2DDAF28-A865-0F91-3E0F-1488CA36C9AF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＊ウェーン　ヒッヒッ　ウェンヒッヒ</a:t>
            </a:r>
            <a:r>
              <a:rPr lang="en-US" altLang="ja-JP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…</a:t>
            </a:r>
            <a:br>
              <a:rPr lang="ja-JP" altLang="en-US" sz="4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＊さみしいヨ？　さみしいネ</a:t>
            </a:r>
            <a:r>
              <a:rPr lang="en-US" altLang="ja-JP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…</a:t>
            </a:r>
            <a:endParaRPr kumimoji="1" lang="ja-JP" altLang="en-US" sz="4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pic>
        <p:nvPicPr>
          <p:cNvPr id="7" name="032 The Circus">
            <a:hlinkClick r:id="" action="ppaction://media"/>
            <a:extLst>
              <a:ext uri="{FF2B5EF4-FFF2-40B4-BE49-F238E27FC236}">
                <a16:creationId xmlns:a16="http://schemas.microsoft.com/office/drawing/2014/main" id="{BD0F001F-EABB-5A8A-4582-72331A5E564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87363" y="10265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1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4" grpId="0" uiExpand="1" build="allAtOnce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8AEB-0F4B-20C2-9AAD-CDE6F3AA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BACE896B-1CF4-FAC2-889F-060042120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6C9D306-28DF-6083-A867-B496727ADD6E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＊ほうら　ごらんよ　面会だ。</a:t>
            </a:r>
            <a:b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そこに　立ってるは</a:t>
            </a:r>
            <a:r>
              <a:rPr lang="en-US" altLang="ja-JP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…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誰だろナ？　誰だろネ？</a:t>
            </a:r>
          </a:p>
        </p:txBody>
      </p:sp>
    </p:spTree>
    <p:extLst>
      <p:ext uri="{BB962C8B-B14F-4D97-AF65-F5344CB8AC3E}">
        <p14:creationId xmlns:p14="http://schemas.microsoft.com/office/powerpoint/2010/main" val="371378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0F22-A433-3082-EA09-E7EC4FEF5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74E27F11-1F03-E231-872F-5B68EB096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3DD39C2-9F85-BB6B-6B60-45FB77134DF7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＊ワタシが　なぜ　ここにいる？</a:t>
            </a:r>
            <a:endParaRPr lang="en-US" altLang="ja-JP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＊無実だヨ？　無実だネ</a:t>
            </a:r>
            <a:r>
              <a:rPr lang="en-US" altLang="ja-JP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…</a:t>
            </a:r>
            <a:endParaRPr lang="ja-JP" altLang="en-US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258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11BD-0716-2605-080C-11DDD9FFC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3EE7B1A0-CF5F-62E5-E1D0-B7FF24CAF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E7ABCC9-254B-CE0C-1397-0D0F06A19EA8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＊ボクは　ゲームがしたかった。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それだけサ</a:t>
            </a:r>
            <a:r>
              <a:rPr lang="en-US" altLang="ja-JP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…</a:t>
            </a:r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　それだけダ</a:t>
            </a:r>
            <a:r>
              <a:rPr lang="en-US" altLang="ja-JP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…</a:t>
            </a:r>
            <a:endParaRPr lang="ja-JP" altLang="en-US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508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C180-40E4-AD4A-0574-9DEC5694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827CF17D-07C8-4BA9-E508-03D67587E6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AA06F62-23AB-1177-7147-D81B09DB1C29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＊ゲームは　とっても楽しいの。でも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王様たち　とても　つまらない。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「けしからん」と　怒ったの。</a:t>
            </a:r>
          </a:p>
        </p:txBody>
      </p:sp>
    </p:spTree>
    <p:extLst>
      <p:ext uri="{BB962C8B-B14F-4D97-AF65-F5344CB8AC3E}">
        <p14:creationId xmlns:p14="http://schemas.microsoft.com/office/powerpoint/2010/main" val="152400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7CFB3-809D-C115-C473-BB355EF0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6F6B8222-0B05-98AE-2A9B-548F1E387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B3720D-3B45-3B9D-2A0B-A4C0CA9BB708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＊それは　望みでした　王たちの。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ワタシの体を　罰として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閉じ込める。このオリに。</a:t>
            </a:r>
          </a:p>
        </p:txBody>
      </p:sp>
    </p:spTree>
    <p:extLst>
      <p:ext uri="{BB962C8B-B14F-4D97-AF65-F5344CB8AC3E}">
        <p14:creationId xmlns:p14="http://schemas.microsoft.com/office/powerpoint/2010/main" val="420075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95D1C-57C3-9725-281A-594A9EFC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8BAB62F0-F75E-B8D7-F075-2F0BEC22E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4363177-8202-2301-4B12-DFFE5F2ECD22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＊ワシは　足が速いぞよ？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頭もキレる。頭が回る。</a:t>
            </a:r>
          </a:p>
        </p:txBody>
      </p:sp>
    </p:spTree>
    <p:extLst>
      <p:ext uri="{BB962C8B-B14F-4D97-AF65-F5344CB8AC3E}">
        <p14:creationId xmlns:p14="http://schemas.microsoft.com/office/powerpoint/2010/main" val="2324128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48B9-8330-ECFF-621A-A95C8AE62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FEF9B954-5FEC-1131-4539-7E7A55459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837D1BD-A1A1-B453-FCB2-B9315758BB4E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＊追いかけっこは　ボクの勝ち。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王たちが捕らえたのは　自分の民。</a:t>
            </a:r>
          </a:p>
        </p:txBody>
      </p:sp>
    </p:spTree>
    <p:extLst>
      <p:ext uri="{BB962C8B-B14F-4D97-AF65-F5344CB8AC3E}">
        <p14:creationId xmlns:p14="http://schemas.microsoft.com/office/powerpoint/2010/main" val="117005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5225-432E-9941-631C-1E3FDED1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86FA245C-6C3F-EE3F-47EE-AFFD18B2B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028D7B-82C7-2211-F828-8B2FF5048011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＊ですが・・・誰も来ません　来ないです。</a:t>
            </a:r>
            <a:endParaRPr lang="en-US" altLang="ja-JP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＊さみしくなります　どんどん　私。</a:t>
            </a:r>
            <a:endParaRPr lang="en-US" altLang="ja-JP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＊この　ささやかな　自由の中で。</a:t>
            </a:r>
          </a:p>
        </p:txBody>
      </p:sp>
    </p:spTree>
    <p:extLst>
      <p:ext uri="{BB962C8B-B14F-4D97-AF65-F5344CB8AC3E}">
        <p14:creationId xmlns:p14="http://schemas.microsoft.com/office/powerpoint/2010/main" val="90758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5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1755-1A03-C8BE-E3D3-D7268325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E34CE588-8116-9FEC-FC87-E5A0FDDB3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592B6A7-0E9B-FC40-7C2F-026D07CACF9A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＊あそぼうヨ？　遊ぼうネ？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ボクと　ゲームをして遊ぼう？</a:t>
            </a:r>
            <a:endParaRPr lang="en-US" altLang="ja-JP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049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A9694-6749-BA83-7EE5-C82236BA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6B859B7E-0A65-D109-D7A3-226BD6262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E6B6BCD-6B35-2041-C198-39E2D0C43B12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＊真の自由は　いかなるものか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われが　とくと教えてやろう！</a:t>
            </a:r>
            <a:endParaRPr lang="en-US" altLang="ja-JP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750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C382-6B20-3B77-2640-63F8BA2EA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21EC95FB-1803-4E71-774E-7243080D2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35353FE-E58B-0B85-CE22-EFF53B60B056}"/>
              </a:ext>
            </a:extLst>
          </p:cNvPr>
          <p:cNvSpPr/>
          <p:nvPr/>
        </p:nvSpPr>
        <p:spPr>
          <a:xfrm>
            <a:off x="1024079" y="2211178"/>
            <a:ext cx="9060200" cy="21224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  <a:hlinkClick r:id="rId3" action="ppaction://hlinksldjump"/>
              </a:rPr>
              <a:t>ゲームをする</a:t>
            </a:r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　　　　　　</a:t>
            </a:r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  <a:hlinkClick r:id="" action="ppaction://hlinkshowjump?jump=nextslide"/>
              </a:rPr>
              <a:t>ゲームをしない</a:t>
            </a:r>
            <a:endParaRPr lang="en-US" altLang="ja-JP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4099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BC1E-0B9A-FDA4-0772-8B9C01C23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B50738C2-0C16-3BDD-43CA-7E6A49FF2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6304" y="1666189"/>
            <a:ext cx="13564608" cy="7651432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39492FD-927D-6DF6-07A5-41AB86E0021D}"/>
              </a:ext>
            </a:extLst>
          </p:cNvPr>
          <p:cNvSpPr/>
          <p:nvPr/>
        </p:nvSpPr>
        <p:spPr>
          <a:xfrm>
            <a:off x="1024079" y="2211178"/>
            <a:ext cx="9060200" cy="2428555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＊ウェーン　ヒッヒッ　ウェンヒッヒ</a:t>
            </a:r>
            <a:r>
              <a:rPr lang="en-US" altLang="ja-JP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…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＊どうやって　拒否しましょうね。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もう　しています　ゲーム。</a:t>
            </a:r>
          </a:p>
          <a:p>
            <a:r>
              <a:rPr lang="ja-JP" altLang="en-US" sz="3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あなたたち。</a:t>
            </a:r>
            <a:endParaRPr lang="en-US" altLang="ja-JP" sz="3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603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5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6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AEF77-6BB7-1D11-1F02-0FAF311C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D81B67-BB09-633E-FFC2-278BD4A47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07CF79EE-2088-C812-843E-2D7C33591E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112253" y="-4314092"/>
            <a:ext cx="31731542" cy="1789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43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1BCAC679-2C18-17E2-658D-C2ADEC743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984" y="-645319"/>
            <a:ext cx="12659250" cy="814863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D9FBD9D-02C1-E537-23AE-BCBE0F1EF114}"/>
              </a:ext>
            </a:extLst>
          </p:cNvPr>
          <p:cNvSpPr/>
          <p:nvPr/>
        </p:nvSpPr>
        <p:spPr>
          <a:xfrm>
            <a:off x="1556951" y="123567"/>
            <a:ext cx="8402595" cy="19259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＊アンタと　あそんだ　そのあとにゃ</a:t>
            </a:r>
          </a:p>
          <a:p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他の　皆とも　遊ぶのさ！</a:t>
            </a:r>
            <a:endParaRPr kumimoji="1" lang="ja-JP" altLang="en-US" sz="32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pic>
        <p:nvPicPr>
          <p:cNvPr id="5" name="図 4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7E3FBE44-2C23-F594-A61E-00037981F0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7560" y="2049555"/>
            <a:ext cx="2224731" cy="2118791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AD27D29-939E-BEBE-BA21-6D67B163C69A}"/>
              </a:ext>
            </a:extLst>
          </p:cNvPr>
          <p:cNvSpPr/>
          <p:nvPr/>
        </p:nvSpPr>
        <p:spPr>
          <a:xfrm>
            <a:off x="1556951" y="123568"/>
            <a:ext cx="8402595" cy="19259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</a:t>
            </a:r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ウェーン　ヒッヒッ　ウェンヒッヒ！</a:t>
            </a:r>
            <a:endParaRPr lang="en-US" altLang="ja-JP" sz="32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＊お客だヨ！　お客だネ！</a:t>
            </a:r>
            <a:endParaRPr lang="en-US" altLang="ja-JP" sz="32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kumimoji="1"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</a:t>
            </a:r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遊びましょ！　遊びます！</a:t>
            </a:r>
            <a:endParaRPr kumimoji="1" lang="ja-JP" altLang="en-US" sz="32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F364AE0-63B5-96EB-921E-28200918D21A}"/>
              </a:ext>
            </a:extLst>
          </p:cNvPr>
          <p:cNvSpPr/>
          <p:nvPr/>
        </p:nvSpPr>
        <p:spPr>
          <a:xfrm>
            <a:off x="1556950" y="123567"/>
            <a:ext cx="8402595" cy="19259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＊なぁ</a:t>
            </a:r>
            <a:r>
              <a:rPr lang="en-US" altLang="ja-JP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〜</a:t>
            </a:r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に　簡単な</a:t>
            </a:r>
          </a:p>
          <a:p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数字のゲームさ！</a:t>
            </a:r>
            <a:endParaRPr kumimoji="1" lang="ja-JP" altLang="en-US" sz="32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65B5302-1AE8-4AF7-19C9-E67E99843FB8}"/>
              </a:ext>
            </a:extLst>
          </p:cNvPr>
          <p:cNvSpPr/>
          <p:nvPr/>
        </p:nvSpPr>
        <p:spPr>
          <a:xfrm>
            <a:off x="1556949" y="123567"/>
            <a:ext cx="8402595" cy="1925987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＊キミの</a:t>
            </a:r>
            <a:r>
              <a:rPr lang="en-US" altLang="ja-JP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HP</a:t>
            </a:r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が０になったら</a:t>
            </a:r>
          </a:p>
          <a:p>
            <a:r>
              <a:rPr lang="ja-JP" altLang="en-US" sz="32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 キミの負けさ！</a:t>
            </a:r>
            <a:endParaRPr kumimoji="1" lang="ja-JP" altLang="en-US" sz="32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135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7.40741E-7 L 2.08333E-6 -0.0622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51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01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1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01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Jev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nimBg="1"/>
      <p:bldP spid="10" grpId="0" uiExpand="1" build="allAtOnce" animBg="1"/>
      <p:bldP spid="14" grpId="0" build="allAtOnce" animBg="1"/>
      <p:bldP spid="16" grpId="0" build="allAtOnce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4D380-EEFB-56C6-6148-9BAF860B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19CB97-DB44-3558-819A-DD20C1D0404A}"/>
              </a:ext>
            </a:extLst>
          </p:cNvPr>
          <p:cNvSpPr/>
          <p:nvPr/>
        </p:nvSpPr>
        <p:spPr>
          <a:xfrm>
            <a:off x="3652058" y="1339734"/>
            <a:ext cx="4178532" cy="4178532"/>
          </a:xfrm>
          <a:prstGeom prst="rect">
            <a:avLst/>
          </a:prstGeom>
          <a:solidFill>
            <a:schemeClr val="tx1"/>
          </a:solidFill>
          <a:ln w="76200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6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CLICK</a:t>
            </a:r>
          </a:p>
          <a:p>
            <a:pPr algn="ctr"/>
            <a:r>
              <a:rPr lang="en-US" altLang="ja-JP" sz="66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HERE!</a:t>
            </a:r>
            <a:endParaRPr kumimoji="1" lang="ja-JP" altLang="en-US" sz="6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7094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24E2-57B6-A882-F4C8-D53D6DF1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hlinkHover r:id="rId5" action="ppaction://hlinksldjump"/>
            <a:extLst>
              <a:ext uri="{FF2B5EF4-FFF2-40B4-BE49-F238E27FC236}">
                <a16:creationId xmlns:a16="http://schemas.microsoft.com/office/drawing/2014/main" id="{07715DE2-02AB-155B-F1BD-9FD61FA70D97}"/>
              </a:ext>
            </a:extLst>
          </p:cNvPr>
          <p:cNvSpPr/>
          <p:nvPr/>
        </p:nvSpPr>
        <p:spPr>
          <a:xfrm>
            <a:off x="-598714" y="-250371"/>
            <a:ext cx="13672457" cy="7391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C78BFC1-CADA-C523-BB42-D9293256DDEF}"/>
              </a:ext>
            </a:extLst>
          </p:cNvPr>
          <p:cNvSpPr/>
          <p:nvPr/>
        </p:nvSpPr>
        <p:spPr>
          <a:xfrm>
            <a:off x="3652058" y="1339734"/>
            <a:ext cx="4178532" cy="4178532"/>
          </a:xfrm>
          <a:prstGeom prst="rect">
            <a:avLst/>
          </a:prstGeom>
          <a:solidFill>
            <a:schemeClr val="tx1"/>
          </a:solidFill>
          <a:ln w="152400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66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</p:txBody>
      </p:sp>
      <p:pic>
        <p:nvPicPr>
          <p:cNvPr id="2" name="010 Rude Buster">
            <a:hlinkClick r:id="" action="ppaction://media"/>
            <a:extLst>
              <a:ext uri="{FF2B5EF4-FFF2-40B4-BE49-F238E27FC236}">
                <a16:creationId xmlns:a16="http://schemas.microsoft.com/office/drawing/2014/main" id="{B9A313E7-0DEB-4A27-19F6-04F30FF34A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509530" y="0"/>
            <a:ext cx="487363" cy="487363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BF9208A-D3BD-0030-718E-77BF64994529}"/>
              </a:ext>
            </a:extLst>
          </p:cNvPr>
          <p:cNvSpPr/>
          <p:nvPr/>
        </p:nvSpPr>
        <p:spPr>
          <a:xfrm>
            <a:off x="7130143" y="487363"/>
            <a:ext cx="5758543" cy="2811008"/>
          </a:xfrm>
          <a:prstGeom prst="rect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＊マウスポインターを動かします。</a:t>
            </a:r>
            <a:endParaRPr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＊この緑の枠から出たら</a:t>
            </a:r>
            <a:endParaRPr kumimoji="1"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死んでしまいます。</a:t>
            </a:r>
            <a:br>
              <a:rPr lang="en-US" altLang="ja-JP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</a:t>
            </a:r>
            <a:r>
              <a:rPr lang="en-US" altLang="ja-JP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HP</a:t>
            </a:r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は１しかありません、</a:t>
            </a:r>
            <a:br>
              <a:rPr lang="en-US" altLang="ja-JP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</a:br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頑張ってください。</a:t>
            </a:r>
            <a:endParaRPr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＊わかったら</a:t>
            </a:r>
            <a:endParaRPr lang="en-US" altLang="ja-JP" sz="2400" dirty="0">
              <a:latin typeface="JF Dot K14-2004" panose="020B0302020203020207" pitchFamily="34" charset="-128"/>
              <a:ea typeface="JF Dot K14-2004" panose="020B0302020203020207" pitchFamily="34" charset="-128"/>
            </a:endParaRPr>
          </a:p>
          <a:p>
            <a:r>
              <a:rPr kumimoji="1" lang="ja-JP" altLang="en-US" sz="2400" dirty="0">
                <a:latin typeface="JF Dot K14-2004" panose="020B0302020203020207" pitchFamily="34" charset="-128"/>
                <a:ea typeface="JF Dot K14-2004" panose="020B0302020203020207" pitchFamily="34" charset="-128"/>
              </a:rPr>
              <a:t>緑の枠をクリック。</a:t>
            </a:r>
          </a:p>
        </p:txBody>
      </p:sp>
    </p:spTree>
    <p:extLst>
      <p:ext uri="{BB962C8B-B14F-4D97-AF65-F5344CB8AC3E}">
        <p14:creationId xmlns:p14="http://schemas.microsoft.com/office/powerpoint/2010/main" val="156836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>
        <p:sndAc>
          <p:stSnd>
            <p:snd r:embed="rId4" name="snd_applause.wav"/>
          </p:stSnd>
        </p:sndAc>
      </p:transition>
    </mc:Choice>
    <mc:Fallback>
      <p:transition spd="slow" advClick="0">
        <p:sndAc>
          <p:stSnd>
            <p:snd r:embed="rId4" name="snd_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1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2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3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4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2" showWhenStopped="0">
                <p:cTn id="24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uiExpand="1" build="p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459</Words>
  <Application>Microsoft Office PowerPoint</Application>
  <PresentationFormat>ワイド画面</PresentationFormat>
  <Paragraphs>67</Paragraphs>
  <Slides>43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43</vt:i4>
      </vt:variant>
    </vt:vector>
  </HeadingPairs>
  <TitlesOfParts>
    <vt:vector size="48" baseType="lpstr">
      <vt:lpstr>JF Dot K14-2004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彩 中山</dc:creator>
  <cp:lastModifiedBy>彩 中山</cp:lastModifiedBy>
  <cp:revision>3</cp:revision>
  <dcterms:created xsi:type="dcterms:W3CDTF">2025-12-25T11:16:16Z</dcterms:created>
  <dcterms:modified xsi:type="dcterms:W3CDTF">2025-12-25T12:20:10Z</dcterms:modified>
</cp:coreProperties>
</file>